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32a91d1-c927-2f71-23fb-c0bf7ce4b638}">
          <p14:sldIdLst>
            <p14:sldId id="256"/>
            <p14:sldId id="257"/>
          </p14:sldIdLst>
        </p14:section>
        <p14:section name="Product" id="{970010e5-8018-73a9-b6da-e1493a3b4e3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rust" id="{b80f574e-999f-e206-7e97-404c2c4f287d}">
          <p14:sldIdLst>
            <p14:sldId id="265"/>
            <p14:sldId id="266"/>
            <p14:sldId id="267"/>
          </p14:sldIdLst>
        </p14:section>
        <p14:section name="Close" id="{7264a7ab-4cb9-8d32-c2ab-1fdd3c5e01f6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Xtrading puts a trade card and the caller's track record right under a post on X. Trade the call. Check the caller.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 Twitter runs on calls. Acting on one means copying a ticker and hoping. If the caller was wrong, the post quietly disappears.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bullish ETH post gets a Long card under the text. The chips under it are the call check: what the post says, the creator's record and the Nansen wallet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for the post, Nansen for the check, Kuru for the quote, Privy for the wallet, Monad for settlement, Envio for the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 trades settle on Kuru's order books on Monad. Perps go to Perpl, only when the call explicitly says long or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creator gets a public page: verdict, hit rate, median move since posting, deleted calls, red flags and Nansen screening of the tokens they shill.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warning appears under the post, before anyone clicks. The token address is checked against Nansen across the chains it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Tiers are earned from scored calls and set the creator's cut. The fee is disclosed on the trade card before you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at xtradingnow.xyz/api/mcp. Agents prepare trades; the user signs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rules the product is built around: keys stay with users, identity is not performance, and receipts beat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Kuru, Privy, Envio and Nansen are the core stack. Perpl handles perps and Monad is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transaction receipts listed in the README, viewable on monadvision.com.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Xtrad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72784"/>
            <a:ext cx="1156533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Xtrad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2891333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240280"/>
            <a:ext cx="105156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61772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Trade the call.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Check the caller.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Buy from the post on X, with the caller's real record right next to it.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xtradingnow.xyz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Calls travel fast. The proof doesn't.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640080" y="1691640"/>
            <a:ext cx="339333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Someone posts a call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94760"/>
            <a:ext cx="2661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“$ETH to 3k this week.” Thousands of people see it.</a:t>
            </a:r>
            <a:endParaRPr lang="en-US" sz="1600" dirty="0"/>
          </a:p>
        </p:txBody>
      </p:sp>
      <p:sp>
        <p:nvSpPr>
          <p:cNvPr id="7" name="Card 2"/>
          <p:cNvSpPr/>
          <p:nvPr/>
        </p:nvSpPr>
        <p:spPr>
          <a:xfrm>
            <a:off x="4399178" y="1691640"/>
            <a:ext cx="339333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8" name="Step 2"/>
          <p:cNvSpPr/>
          <p:nvPr/>
        </p:nvSpPr>
        <p:spPr>
          <a:xfrm>
            <a:off x="4764938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764938" y="292608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You act on it by hand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64938" y="3794760"/>
            <a:ext cx="2661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Copy the ticker. Open an exchange. Hope they were right.</a:t>
            </a:r>
            <a:endParaRPr lang="en-US" sz="1600" dirty="0"/>
          </a:p>
        </p:txBody>
      </p:sp>
      <p:sp>
        <p:nvSpPr>
          <p:cNvPr id="11" name="Card 3"/>
          <p:cNvSpPr/>
          <p:nvPr/>
        </p:nvSpPr>
        <p:spPr>
          <a:xfrm>
            <a:off x="8158277" y="1691640"/>
            <a:ext cx="339333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2" name="Step 3"/>
          <p:cNvSpPr/>
          <p:nvPr/>
        </p:nvSpPr>
        <p:spPr>
          <a:xfrm>
            <a:off x="8524037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524037" y="292608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If they were wrong, it vanishes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24037" y="3794760"/>
            <a:ext cx="2661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post quietly gets deleted. Nothing is left to check them against.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Xtrading closes that gap: the trade and the track record sit on the post itself.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trade card right under the post</a:t>
            </a:r>
            <a:endParaRPr lang="en-US" sz="3600" dirty="0"/>
          </a:p>
        </p:txBody>
      </p:sp>
      <p:pic>
        <p:nvPicPr>
          <p:cNvPr id="3" name="Screenshot: post-card" descr="An X post about ETH with an Xtrading Long card and Call check chips underne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760720" cy="29168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9742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 real post on X with the Xtrading card under it. The Long button and Call check chips come from the extension.</a:t>
            </a:r>
            <a:endParaRPr lang="en-US" sz="1400" dirty="0"/>
          </a:p>
        </p:txBody>
      </p:sp>
      <p:sp>
        <p:nvSpPr>
          <p:cNvPr id="5" name="Icon Trade it"/>
          <p:cNvSpPr/>
          <p:nvPr/>
        </p:nvSpPr>
        <p:spPr>
          <a:xfrm>
            <a:off x="69494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1" descr="/private/tmp/claude-501/-Users-buddyharshal-Documents-ChatGPT-Call-My-bluff/c168bbfe-34e2-499f-a470-00bba6b63037/scratchpad/deck/img/i-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19888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818120" y="1810512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Trade it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221284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Spot on Kuru, perps on Perpl. You approve in your own wallet.</a:t>
            </a:r>
            <a:endParaRPr lang="en-US" sz="1500" dirty="0"/>
          </a:p>
        </p:txBody>
      </p:sp>
      <p:sp>
        <p:nvSpPr>
          <p:cNvPr id="9" name="Icon Check the caller"/>
          <p:cNvSpPr/>
          <p:nvPr/>
        </p:nvSpPr>
        <p:spPr>
          <a:xfrm>
            <a:off x="6949440" y="32004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/private/tmp/claude-501/-Users-buddyharshal-Documents-ChatGPT-Call-My-bluff/c168bbfe-34e2-499f-a470-00bba6b63037/scratchpad/deck/img/i-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33604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818120" y="3182112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 the caller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7818120" y="358444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Call record, red flags and a Nansen wallet check, right on the card.</a:t>
            </a:r>
            <a:endParaRPr lang="en-US" sz="1500" dirty="0"/>
          </a:p>
        </p:txBody>
      </p:sp>
      <p:sp>
        <p:nvSpPr>
          <p:cNvPr id="13" name="Icon Creators get paid"/>
          <p:cNvSpPr/>
          <p:nvPr/>
        </p:nvSpPr>
        <p:spPr>
          <a:xfrm>
            <a:off x="6949440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3" descr="/private/tmp/claude-501/-Users-buddyharshal-Documents-ChatGPT-Call-My-bluff/c168bbfe-34e2-499f-a470-00bba6b63037/scratchpad/deck/img/i-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47320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818120" y="4553712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Creators get paid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7818120" y="4956048"/>
            <a:ext cx="3733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When a creator has linked a payout wallet, a 0.1–2% fee goes to it in the same transaction as your buy.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post to proof in six steps</a:t>
            </a:r>
            <a:endParaRPr lang="en-US" sz="3600" dirty="0"/>
          </a:p>
        </p:txBody>
      </p:sp>
      <p:sp>
        <p:nvSpPr>
          <p:cNvPr id="3" name="Track"/>
          <p:cNvSpPr/>
          <p:nvPr/>
        </p:nvSpPr>
        <p:spPr>
          <a:xfrm>
            <a:off x="832104" y="1975104"/>
            <a:ext cx="928344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pic>
        <p:nvPicPr>
          <p:cNvPr id="5" name="Image 0" descr="See the call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611880"/>
            <a:ext cx="1628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See the call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16280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post on X gets a trade card.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2496769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pic>
        <p:nvPicPr>
          <p:cNvPr id="9" name="Image 1" descr="Check i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769" y="256032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96769" y="3611880"/>
            <a:ext cx="1628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Check it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496769" y="4069080"/>
            <a:ext cx="16280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Creator record, red flags and Nansen.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435345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pic>
        <p:nvPicPr>
          <p:cNvPr id="13" name="Image 2" descr="Quot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2560320"/>
            <a:ext cx="822960" cy="8229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53458" y="3611880"/>
            <a:ext cx="1628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Quote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353458" y="4069080"/>
            <a:ext cx="16280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Simulated on Kuru's order book. Exact minimum out.</a:t>
            </a:r>
            <a:endParaRPr lang="en-US" sz="1400" dirty="0"/>
          </a:p>
        </p:txBody>
      </p:sp>
      <p:sp>
        <p:nvSpPr>
          <p:cNvPr id="16" name="Step 4"/>
          <p:cNvSpPr/>
          <p:nvPr/>
        </p:nvSpPr>
        <p:spPr>
          <a:xfrm>
            <a:off x="621014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pic>
        <p:nvPicPr>
          <p:cNvPr id="17" name="Image 3" descr="Sign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8" y="2560320"/>
            <a:ext cx="822960" cy="8229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10148" y="3611880"/>
            <a:ext cx="1628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Sign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6210148" y="4069080"/>
            <a:ext cx="16280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own wallet approves the exact amount.</a:t>
            </a:r>
            <a:endParaRPr lang="en-US" sz="1400" dirty="0"/>
          </a:p>
        </p:txBody>
      </p:sp>
      <p:sp>
        <p:nvSpPr>
          <p:cNvPr id="20" name="Step 5"/>
          <p:cNvSpPr/>
          <p:nvPr/>
        </p:nvSpPr>
        <p:spPr>
          <a:xfrm>
            <a:off x="8066837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pic>
        <p:nvPicPr>
          <p:cNvPr id="21" name="Image 4" descr="Settle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837" y="2560320"/>
            <a:ext cx="822960" cy="8229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66837" y="3611880"/>
            <a:ext cx="1628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Settle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8066837" y="4069080"/>
            <a:ext cx="16280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Swap and creator fee in one transaction.</a:t>
            </a:r>
            <a:endParaRPr lang="en-US" sz="1400" dirty="0"/>
          </a:p>
        </p:txBody>
      </p:sp>
      <p:sp>
        <p:nvSpPr>
          <p:cNvPr id="24" name="Step 6"/>
          <p:cNvSpPr/>
          <p:nvPr/>
        </p:nvSpPr>
        <p:spPr>
          <a:xfrm>
            <a:off x="9923526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pic>
        <p:nvPicPr>
          <p:cNvPr id="25" name="Image 5" descr="Prove it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3526" y="2560320"/>
            <a:ext cx="822960" cy="8229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923526" y="3611880"/>
            <a:ext cx="1628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Prove it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9923526" y="4069080"/>
            <a:ext cx="16280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Envio indexes it, checked against the receipt.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53492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Xtrading never signs anything and never holds your keys.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Trade from the post, never leave X</a:t>
            </a:r>
            <a:endParaRPr lang="en-US" sz="3600" dirty="0"/>
          </a:p>
        </p:txBody>
      </p:sp>
      <p:pic>
        <p:nvPicPr>
          <p:cNvPr id="3" name="Screenshot: spot ticket" descr="Spot buy ticket on Kuru inside X: pay 1000 USDC, receive about 0.399 WE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049067" cy="4343400"/>
          </a:xfrm>
          <a:prstGeom prst="rect">
            <a:avLst/>
          </a:prstGeom>
        </p:spPr>
      </p:pic>
      <p:pic>
        <p:nvPicPr>
          <p:cNvPr id="4" name="Screenshot: perp ticket" descr="Perp short ticket on Perpl inside X with leverage and s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467" y="1554480"/>
            <a:ext cx="3170682" cy="4343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82789" y="1783080"/>
            <a:ext cx="386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Spot on Kuru</a:t>
            </a:r>
            <a:endParaRPr lang="en-US" sz="2400" dirty="0"/>
          </a:p>
        </p:txBody>
      </p:sp>
      <p:sp>
        <p:nvSpPr>
          <p:cNvPr id="6" name="Text 2"/>
          <p:cNvSpPr txBox="1"/>
          <p:nvPr/>
        </p:nvSpPr>
        <p:spPr>
          <a:xfrm>
            <a:off x="7682789" y="2286000"/>
            <a:ext cx="38688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MON, WETH and cbBTC against USDC. The quote is simulated on the live order book, so the minimum you approve is what the chain enforces.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682789" y="3840480"/>
            <a:ext cx="386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Perps on Perpl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7682789" y="4343400"/>
            <a:ext cx="38688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Only when a call says long or short. Leverage from 1x to 5x, with size caps.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682789" y="5349240"/>
            <a:ext cx="3868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Every transaction is shown to you and signed by your own wallet.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Check the caller before you trade</a:t>
            </a:r>
            <a:endParaRPr lang="en-US" sz="3600" dirty="0"/>
          </a:p>
        </p:txBody>
      </p:sp>
      <p:pic>
        <p:nvPicPr>
          <p:cNvPr id="3" name="Screenshot: creator-record" descr="A creator record: verdict Fade, 3 of 17 calls right, median since post minus 38.4 percent, and red fla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223760" cy="38403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760623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Demo profile with sample data, as it appears in the trader dashboard.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17373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Call record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12140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call is priced when it's posted and scored at expiry. Hit rate comes from prices, not screenshots.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1089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Red flags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349300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Deleted posts, selling into their own call, being wrong most of the time.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4805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Nansen wallet check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86460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Did they buy what they told you to buy, or sell into it?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Catch a fake token before you click</a:t>
            </a:r>
            <a:endParaRPr lang="en-US" sz="3600" dirty="0"/>
          </a:p>
        </p:txBody>
      </p:sp>
      <p:pic>
        <p:nvPicPr>
          <p:cNvPr id="3" name="Screenshot: fake-token" descr="A post shilling PEPE with a contract address, and a red Nansen warning that no token exists at that add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669280" cy="348449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737360"/>
            <a:ext cx="4602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post shills “PEPE” and drops a contract address.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2743200"/>
            <a:ext cx="4602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Nansen knows no token at that address on Monad, Base, Ethereum, BNB Chain or Arbitrum.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365760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card shows a red warning and offers no trade.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4434840"/>
            <a:ext cx="4602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For well-known tickers it names the real contract: “The post says PEPE, but this isn't PEPE's contract. The real PEPE is 0x6982…1933 on Ethereum.”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Creators earn a fee on every buy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TIER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CUT OF EACH BUY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WHAT IT TAKES</a:t>
            </a:r>
            <a:endParaRPr lang="en-US" sz="1200" dirty="0"/>
          </a:p>
        </p:txBody>
      </p:sp>
      <p:sp>
        <p:nvSpPr>
          <p:cNvPr id="6" name="Header rule"/>
          <p:cNvSpPr/>
          <p:nvPr/>
        </p:nvSpPr>
        <p:spPr>
          <a:xfrm>
            <a:off x="640080" y="2148840"/>
            <a:ext cx="685800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94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Verified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0.1%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194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X account bound to a payout wallet</a:t>
            </a:r>
            <a:endParaRPr lang="en-US" sz="1600" dirty="0"/>
          </a:p>
        </p:txBody>
      </p:sp>
      <p:sp>
        <p:nvSpPr>
          <p:cNvPr id="10" name="Row rule 1"/>
          <p:cNvSpPr/>
          <p:nvPr/>
        </p:nvSpPr>
        <p:spPr>
          <a:xfrm>
            <a:off x="640080" y="2971800"/>
            <a:ext cx="68580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718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0.5%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971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5+ scored calls, 50%+ right</a:t>
            </a:r>
            <a:endParaRPr lang="en-US" sz="1600" dirty="0"/>
          </a:p>
        </p:txBody>
      </p:sp>
      <p:sp>
        <p:nvSpPr>
          <p:cNvPr id="14" name="Row rule 2"/>
          <p:cNvSpPr/>
          <p:nvPr/>
        </p:nvSpPr>
        <p:spPr>
          <a:xfrm>
            <a:off x="640080" y="3749040"/>
            <a:ext cx="68580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Max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15+ scored calls, 60%+ right, positive median return</a:t>
            </a:r>
            <a:endParaRPr lang="en-US" sz="1600" dirty="0"/>
          </a:p>
        </p:txBody>
      </p:sp>
      <p:sp>
        <p:nvSpPr>
          <p:cNvPr id="18" name="Row rule 3"/>
          <p:cNvSpPr/>
          <p:nvPr/>
        </p:nvSpPr>
        <p:spPr>
          <a:xfrm>
            <a:off x="640080" y="4526280"/>
            <a:ext cx="68580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526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Ultra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526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526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30+ scored calls, 65%+ right, positive median at 7 days</a:t>
            </a:r>
            <a:endParaRPr lang="en-US" sz="1600" dirty="0"/>
          </a:p>
        </p:txBody>
      </p:sp>
      <p:sp>
        <p:nvSpPr>
          <p:cNvPr id="22" name="Row rule 4"/>
          <p:cNvSpPr/>
          <p:nvPr/>
        </p:nvSpPr>
        <p:spPr>
          <a:xfrm>
            <a:off x="640080" y="5303520"/>
            <a:ext cx="68580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3" name="Fee callout"/>
          <p:cNvSpPr/>
          <p:nvPr/>
        </p:nvSpPr>
        <p:spPr>
          <a:xfrm>
            <a:off x="8046720" y="1737360"/>
            <a:ext cx="3504895" cy="19202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2011680"/>
            <a:ext cx="2864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fee is paid to the creator's wallet in the same transaction as the buy.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393192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 invoice, no payout queue. Envio indexes every payment and each one is checked against the receipt.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502920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Red flags demote a creator. No staking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Plug in an agent</a:t>
            </a:r>
            <a:endParaRPr lang="en-US" sz="3600" dirty="0"/>
          </a:p>
        </p:txBody>
      </p:sp>
      <p:sp>
        <p:nvSpPr>
          <p:cNvPr id="3" name="Command card"/>
          <p:cNvSpPr/>
          <p:nvPr/>
        </p:nvSpPr>
        <p:spPr>
          <a:xfrm>
            <a:off x="640080" y="1737360"/>
            <a:ext cx="6675120" cy="292608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2057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ENDPOINT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3774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https://xtradingnow.xyz/api/mcp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154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IN CLAUDE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4747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xtrading https://xtradingnow.xyz/api/mcp</a:t>
            </a:r>
            <a:endParaRPr lang="en-US" sz="1800" dirty="0"/>
          </a:p>
        </p:txBody>
      </p:sp>
      <p:pic>
        <p:nvPicPr>
          <p:cNvPr id="8" name="Image 0" descr="MC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7373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955280" y="274320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Connect Claude Code or any MCP client.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611880"/>
            <a:ext cx="3596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Agents can read a creator's record, spot a trade call in a post and prepare a trade.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70916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They can't sign, withdraw or move funds. You approve every trade.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to be checked, not trusted</a:t>
            </a:r>
            <a:endParaRPr lang="en-US" sz="3600" dirty="0"/>
          </a:p>
        </p:txBody>
      </p:sp>
      <p:sp>
        <p:nvSpPr>
          <p:cNvPr id="3" name="Icon 1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/private/tmp/claude-501/-Users-buddyharshal-Documents-ChatGPT-Call-My-bluff/c168bbfe-34e2-499f-a470-00bba6b63037/scratchpad/deck/img/i-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888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92608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Your keys stay with you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1920"/>
            <a:ext cx="33933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Xtrading prepares an exact transaction. Your wallet signs it. No hidden relayers, no blanket approvals.</a:t>
            </a:r>
            <a:endParaRPr lang="en-US" sz="1600" dirty="0"/>
          </a:p>
        </p:txBody>
      </p:sp>
      <p:sp>
        <p:nvSpPr>
          <p:cNvPr id="7" name="Icon 2"/>
          <p:cNvSpPr/>
          <p:nvPr/>
        </p:nvSpPr>
        <p:spPr>
          <a:xfrm>
            <a:off x="4399178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/private/tmp/claude-501/-Users-buddyharshal-Documents-ChatGPT-Call-My-bluff/c168bbfe-34e2-499f-a470-00bba6b63037/scratchpad/deck/img/i-user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18" y="19888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99178" y="292608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verified account isn't a track record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399178" y="3931920"/>
            <a:ext cx="33933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Who someone is, how their calls did and what their wallet made are three separate things. We show them separately.</a:t>
            </a:r>
            <a:endParaRPr lang="en-US" sz="1600" dirty="0"/>
          </a:p>
        </p:txBody>
      </p:sp>
      <p:sp>
        <p:nvSpPr>
          <p:cNvPr id="11" name="Icon 3"/>
          <p:cNvSpPr/>
          <p:nvPr/>
        </p:nvSpPr>
        <p:spPr>
          <a:xfrm>
            <a:off x="8158277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/private/tmp/claude-501/-Users-buddyharshal-Documents-ChatGPT-Call-My-bluff/c168bbfe-34e2-499f-a470-00bba6b63037/scratchpad/deck/img/i-recei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017" y="19888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58277" y="292608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Receipts over claims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8158277" y="3931920"/>
            <a:ext cx="33933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submitted order isn't a fill until the chain says so. When a data source is down, the app says 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with</a:t>
            </a:r>
            <a:endParaRPr lang="en-US" sz="3600" dirty="0"/>
          </a:p>
        </p:txBody>
      </p:sp>
      <p:pic>
        <p:nvPicPr>
          <p:cNvPr id="3" name="Image 0" descr="Kur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1810512"/>
            <a:ext cx="2341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Kuru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2286000"/>
            <a:ext cx="2341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Spot trades on Monad order books. Kuru Flow pays creator fees in the same transaction.</a:t>
            </a:r>
            <a:endParaRPr lang="en-US" sz="1400" dirty="0"/>
          </a:p>
        </p:txBody>
      </p:sp>
      <p:pic>
        <p:nvPicPr>
          <p:cNvPr id="6" name="Image 1" descr="Priv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178" y="18288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50738" y="1810512"/>
            <a:ext cx="2341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Privy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50738" y="2286000"/>
            <a:ext cx="2341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Sign in with X, embedded wallets and transaction signing.</a:t>
            </a:r>
            <a:endParaRPr lang="en-US" sz="1400" dirty="0"/>
          </a:p>
        </p:txBody>
      </p:sp>
      <p:pic>
        <p:nvPicPr>
          <p:cNvPr id="9" name="Image 2" descr="Envio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77" y="1828800"/>
            <a:ext cx="822960" cy="8229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09837" y="1810512"/>
            <a:ext cx="2341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Envio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9209837" y="2286000"/>
            <a:ext cx="2341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Indexes swaps and creator payments, checked against receipts.</a:t>
            </a:r>
            <a:endParaRPr lang="en-US" sz="1400" dirty="0"/>
          </a:p>
        </p:txBody>
      </p:sp>
      <p:pic>
        <p:nvPicPr>
          <p:cNvPr id="12" name="Image 3" descr="Nansen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822960" cy="8229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691640" y="4005072"/>
            <a:ext cx="2341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Nansen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1691640" y="4480560"/>
            <a:ext cx="2341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Wallet and token checks on creators and posts.</a:t>
            </a:r>
            <a:endParaRPr lang="en-US" sz="1400" dirty="0"/>
          </a:p>
        </p:txBody>
      </p:sp>
      <p:pic>
        <p:nvPicPr>
          <p:cNvPr id="15" name="Image 4" descr="Perpl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178" y="4023360"/>
            <a:ext cx="822960" cy="8229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450738" y="4005072"/>
            <a:ext cx="2341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Perpl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5450738" y="4480560"/>
            <a:ext cx="2341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Perps for explicit long and short calls, from your own account.</a:t>
            </a:r>
            <a:endParaRPr lang="en-US" sz="1400" dirty="0"/>
          </a:p>
        </p:txBody>
      </p:sp>
      <p:pic>
        <p:nvPicPr>
          <p:cNvPr id="18" name="Image 5" descr="Monad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277" y="4023360"/>
            <a:ext cx="822960" cy="8229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209837" y="4005072"/>
            <a:ext cx="2341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Monad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9209837" y="4480560"/>
            <a:ext cx="2341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 enough that trading from a post feels like a button.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Real trades, live on Monad</a:t>
            </a:r>
            <a:endParaRPr lang="en-US" sz="3600" dirty="0"/>
          </a:p>
        </p:txBody>
      </p:sp>
      <p:pic>
        <p:nvPicPr>
          <p:cNvPr id="3" name="Image 0" descr="Mona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411480"/>
            <a:ext cx="731520" cy="731520"/>
          </a:xfrm>
          <a:prstGeom prst="rect">
            <a:avLst/>
          </a:prstGeom>
        </p:spPr>
      </p:pic>
      <p:sp>
        <p:nvSpPr>
          <p:cNvPr id="4" name="Transaction 1"/>
          <p:cNvSpPr/>
          <p:nvPr/>
        </p:nvSpPr>
        <p:spPr>
          <a:xfrm>
            <a:off x="640080" y="169164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5840" y="180136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Buy MON with 1 USDC on Kuru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801368"/>
            <a:ext cx="2407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0x54a1…13fc</a:t>
            </a:r>
            <a:endParaRPr lang="en-US" sz="1800" dirty="0"/>
          </a:p>
        </p:txBody>
      </p:sp>
      <p:sp>
        <p:nvSpPr>
          <p:cNvPr id="7" name="Transaction 2"/>
          <p:cNvSpPr/>
          <p:nvPr/>
        </p:nvSpPr>
        <p:spPr>
          <a:xfrm>
            <a:off x="640080" y="278892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89864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Sell the MON back to USDC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898648"/>
            <a:ext cx="2407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0x496c…6d1e</a:t>
            </a:r>
            <a:endParaRPr lang="en-US" sz="1800" dirty="0"/>
          </a:p>
        </p:txBody>
      </p:sp>
      <p:sp>
        <p:nvSpPr>
          <p:cNvPr id="10" name="Transaction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995928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Buy through Kuru Flow, with a 0.1% creator fee paid to the creator's wallet in the same transaction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3995928"/>
            <a:ext cx="2407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0x450e…d64c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Xtrading contract sits between your wallet and the order book.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5778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Creator payments, live: xtradingnow.xyz/dashboard/onchain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we're building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Put the context in the moment of decision.</a:t>
            </a:r>
            <a:endParaRPr lang="en-US" sz="2800" dirty="0"/>
          </a:p>
        </p:txBody>
      </p:sp>
      <p:sp>
        <p:nvSpPr>
          <p:cNvPr id="4" name="Card Traders"/>
          <p:cNvSpPr/>
          <p:nvPr/>
        </p:nvSpPr>
        <p:spPr>
          <a:xfrm>
            <a:off x="640080" y="2834640"/>
            <a:ext cx="339333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Icon Traders"/>
          <p:cNvSpPr/>
          <p:nvPr/>
        </p:nvSpPr>
        <p:spPr>
          <a:xfrm>
            <a:off x="1051560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/private/tmp/claude-501/-Users-buddyharshal-Documents-ChatGPT-Call-My-bluff/c168bbfe-34e2-499f-a470-00bba6b63037/scratchpad/deck/img/i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383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411480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Traders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663440"/>
            <a:ext cx="2570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Inspect the record, then approve your own trades.</a:t>
            </a:r>
            <a:endParaRPr lang="en-US" sz="1800" dirty="0"/>
          </a:p>
        </p:txBody>
      </p:sp>
      <p:sp>
        <p:nvSpPr>
          <p:cNvPr id="9" name="Card Creators"/>
          <p:cNvSpPr/>
          <p:nvPr/>
        </p:nvSpPr>
        <p:spPr>
          <a:xfrm>
            <a:off x="4399178" y="2834640"/>
            <a:ext cx="339333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Icon Creators"/>
          <p:cNvSpPr/>
          <p:nvPr/>
        </p:nvSpPr>
        <p:spPr>
          <a:xfrm>
            <a:off x="4810658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/private/tmp/claude-501/-Users-buddyharshal-Documents-ChatGPT-Call-My-bluff/c168bbfe-34e2-499f-a470-00bba6b63037/scratchpad/deck/img/i-user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538" y="3383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10658" y="411480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Creators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810658" y="4663440"/>
            <a:ext cx="2570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Build credibility through evidence, not just attention.</a:t>
            </a:r>
            <a:endParaRPr lang="en-US" sz="1800" dirty="0"/>
          </a:p>
        </p:txBody>
      </p:sp>
      <p:sp>
        <p:nvSpPr>
          <p:cNvPr id="14" name="Card Agents"/>
          <p:cNvSpPr/>
          <p:nvPr/>
        </p:nvSpPr>
        <p:spPr>
          <a:xfrm>
            <a:off x="8158277" y="2834640"/>
            <a:ext cx="339333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5" name="Icon Agents"/>
          <p:cNvSpPr/>
          <p:nvPr/>
        </p:nvSpPr>
        <p:spPr>
          <a:xfrm>
            <a:off x="8569757" y="3200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/private/tmp/claude-501/-Users-buddyharshal-Documents-ChatGPT-Call-My-bluff/c168bbfe-34e2-499f-a470-00bba6b63037/scratchpad/deck/img/i-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637" y="3383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69757" y="4114800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Agents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8569757" y="4663440"/>
            <a:ext cx="2570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Read the same evidence and prepare trades. You sign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team</a:t>
            </a:r>
            <a:endParaRPr lang="en-US" sz="3600" dirty="0"/>
          </a:p>
        </p:txBody>
      </p:sp>
      <p:sp>
        <p:nvSpPr>
          <p:cNvPr id="3" name="Card Harshal Bhangale"/>
          <p:cNvSpPr/>
          <p:nvPr/>
        </p:nvSpPr>
        <p:spPr>
          <a:xfrm>
            <a:off x="640080" y="1508760"/>
            <a:ext cx="5272888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pic>
        <p:nvPicPr>
          <p:cNvPr id="4" name="Image 0" descr="Harshal Bhang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2103120" cy="28251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383280" y="1874520"/>
            <a:ext cx="2255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Harshal Bhangale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2788920"/>
            <a:ext cx="2255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CEO @ Airlegal Technologies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3429000"/>
            <a:ext cx="2255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Processed insurance claims for 300K+ claimants at ClaimTech</a:t>
            </a:r>
            <a:endParaRPr lang="en-US" sz="1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BS in Data Science &amp; Applications, IIT Madras</a:t>
            </a:r>
            <a:endParaRPr lang="en-US" sz="1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45+ hackathon wins across Web3 and AI</a:t>
            </a:r>
            <a:endParaRPr lang="en-US" sz="1400" dirty="0"/>
          </a:p>
        </p:txBody>
      </p:sp>
      <p:sp>
        <p:nvSpPr>
          <p:cNvPr id="8" name="Card Anushka Somani"/>
          <p:cNvSpPr/>
          <p:nvPr/>
        </p:nvSpPr>
        <p:spPr>
          <a:xfrm>
            <a:off x="6278728" y="1508760"/>
            <a:ext cx="5272888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pic>
        <p:nvPicPr>
          <p:cNvPr id="9" name="Image 1" descr="Anushka Soma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874520"/>
            <a:ext cx="2103120" cy="282519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21928" y="1874520"/>
            <a:ext cx="2255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Anushka Somani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9021928" y="2788920"/>
            <a:ext cx="2255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Blockchain Developer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021928" y="3429000"/>
            <a:ext cx="2255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IIT Dhanbad, Mnc '28</a:t>
            </a:r>
            <a:endParaRPr lang="en-US" sz="1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Former SDE Intern @ Flipkart, GWC 7.0</a:t>
            </a:r>
            <a:endParaRPr lang="en-US" sz="1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5x Web3 hackathons, open source contributor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58521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Built for the Monad hackathon, Onchain Finance &amp; Trading track.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272784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Check the call,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not just the caller.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Sign in with X, install the extension and trade from the post.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xtradingnow.xyz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580644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@Xtradingnow on X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trading">
  <a:themeElements>
    <a:clrScheme name="Xtrading">
      <a:dk1>
        <a:srgbClr val="0B0B0B"/>
      </a:dk1>
      <a:lt1>
        <a:srgbClr val="FFFFFF"/>
      </a:lt1>
      <a:dk2>
        <a:srgbClr val="3C3F39"/>
      </a:dk2>
      <a:lt2>
        <a:srgbClr val="F2F3EF"/>
      </a:lt2>
      <a:accent1>
        <a:srgbClr val="C6F25B"/>
      </a:accent1>
      <a:accent2>
        <a:srgbClr val="6B6E66"/>
      </a:accent2>
      <a:accent3>
        <a:srgbClr val="A9ACA3"/>
      </a:accent3>
      <a:accent4>
        <a:srgbClr val="F0907A"/>
      </a:accent4>
      <a:accent5>
        <a:srgbClr val="E4E6DF"/>
      </a:accent5>
      <a:accent6>
        <a:srgbClr val="1C1E1A"/>
      </a:accent6>
      <a:hlink>
        <a:srgbClr val="0B0B0B"/>
      </a:hlink>
      <a:folHlink>
        <a:srgbClr val="3C3F39"/>
      </a:folHlink>
    </a:clrScheme>
    <a:fontScheme name="Xtrad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Xtrading</dc:title>
  <dc:subject>PptxGenJS Presentation</dc:subject>
  <dc:creator>Xtrading</dc:creator>
  <cp:lastModifiedBy>Xtrading</cp:lastModifiedBy>
  <cp:revision>1</cp:revision>
  <dcterms:created xsi:type="dcterms:W3CDTF">2026-10-13T16:29:52Z</dcterms:created>
  <dcterms:modified xsi:type="dcterms:W3CDTF">2026-10-13T16:29:52Z</dcterms:modified>
</cp:coreProperties>
</file>